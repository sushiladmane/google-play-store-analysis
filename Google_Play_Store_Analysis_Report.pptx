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1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53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376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35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077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396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061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795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307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38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539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263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78412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1751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470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9613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0401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016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5968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Google Play Store App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t>Python + Power BI Project Report</a:t>
            </a:r>
          </a:p>
          <a:p>
            <a:r>
              <a:t>By: 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</a:t>
            </a:r>
          </a:p>
          <a:p>
            <a:r>
              <a:t>Analyze Google Play Store app data to uncover insights on installs, ratings, and revenue.</a:t>
            </a:r>
          </a:p>
          <a:p>
            <a:endParaRPr/>
          </a:p>
          <a:p>
            <a:r>
              <a:t>Dataset Size: 9,000+ apps</a:t>
            </a:r>
          </a:p>
          <a:p>
            <a:r>
              <a:t>Tools Used: Python, Power BI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Columns:</a:t>
            </a:r>
          </a:p>
          <a:p>
            <a:pPr marL="0" indent="0">
              <a:buNone/>
            </a:pPr>
            <a:r>
              <a:rPr lang="en-US"/>
              <a:t>     </a:t>
            </a:r>
            <a:r>
              <a:t>• App</a:t>
            </a:r>
            <a:endParaRPr lang="en-US"/>
          </a:p>
          <a:p>
            <a:pPr marL="0" indent="0">
              <a:buNone/>
            </a:pPr>
            <a:r>
              <a:rPr lang="en-US"/>
              <a:t>     </a:t>
            </a:r>
            <a:r>
              <a:t>• Category</a:t>
            </a:r>
            <a:r>
              <a:rPr lang="en-US"/>
              <a:t> </a:t>
            </a:r>
          </a:p>
          <a:p>
            <a:pPr marL="0" indent="0">
              <a:buNone/>
            </a:pPr>
            <a:r>
              <a:rPr lang="en-US"/>
              <a:t>     </a:t>
            </a:r>
            <a:r>
              <a:t>• Rating</a:t>
            </a:r>
          </a:p>
          <a:p>
            <a:pPr marL="0" indent="0">
              <a:buNone/>
            </a:pPr>
            <a:r>
              <a:rPr lang="en-US"/>
              <a:t>     </a:t>
            </a:r>
            <a:r>
              <a:t>• Reviews</a:t>
            </a:r>
          </a:p>
          <a:p>
            <a:pPr marL="0" indent="0">
              <a:buNone/>
            </a:pPr>
            <a:r>
              <a:rPr lang="en-US"/>
              <a:t>     </a:t>
            </a:r>
            <a:r>
              <a:t>• Installs</a:t>
            </a:r>
          </a:p>
          <a:p>
            <a:pPr marL="0" indent="0">
              <a:buNone/>
            </a:pPr>
            <a:r>
              <a:rPr lang="en-US"/>
              <a:t>     </a:t>
            </a:r>
            <a:r>
              <a:t>• Type (Free/Paid)</a:t>
            </a:r>
          </a:p>
          <a:p>
            <a:pPr marL="0" indent="0">
              <a:buNone/>
            </a:pPr>
            <a:r>
              <a:rPr lang="en-US"/>
              <a:t>     </a:t>
            </a:r>
            <a:r>
              <a:t>• Price</a:t>
            </a:r>
          </a:p>
          <a:p>
            <a:pPr marL="0" indent="0">
              <a:buNone/>
            </a:pPr>
            <a:r>
              <a:rPr lang="en-US"/>
              <a:t>     </a:t>
            </a:r>
            <a:r>
              <a:t>• Content Rating</a:t>
            </a:r>
          </a:p>
          <a:p>
            <a:pPr marL="0" indent="0">
              <a:buNone/>
            </a:pPr>
            <a:r>
              <a:rPr lang="en-US"/>
              <a:t>     </a:t>
            </a:r>
            <a:r>
              <a:t>• Genres</a:t>
            </a:r>
          </a:p>
          <a:p>
            <a:pPr marL="0" indent="0">
              <a:buNone/>
            </a:pPr>
            <a:r>
              <a:rPr lang="en-US"/>
              <a:t>     </a:t>
            </a:r>
            <a:r>
              <a:t>• Last Updated</a:t>
            </a:r>
          </a:p>
          <a:p>
            <a:pPr marL="0" indent="0">
              <a:buNone/>
            </a:pPr>
            <a:r>
              <a:rPr lang="en-US"/>
              <a:t>     </a:t>
            </a:r>
            <a:r>
              <a:t>• Android 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    </a:t>
            </a:r>
            <a:r>
              <a:t>• Removed null ratings</a:t>
            </a:r>
          </a:p>
          <a:p>
            <a:pPr marL="0" indent="0">
              <a:buNone/>
            </a:pPr>
            <a:r>
              <a:rPr lang="en-US"/>
              <a:t>    </a:t>
            </a:r>
            <a:r>
              <a:t>• Converted price and installs to numeric</a:t>
            </a:r>
          </a:p>
          <a:p>
            <a:pPr marL="0" indent="0">
              <a:buNone/>
            </a:pPr>
            <a:r>
              <a:rPr lang="en-US"/>
              <a:t>    </a:t>
            </a:r>
            <a:r>
              <a:t>• Filtered invalid ratings (&gt;5)</a:t>
            </a:r>
          </a:p>
          <a:p>
            <a:pPr marL="0" indent="0">
              <a:buNone/>
            </a:pPr>
            <a:r>
              <a:rPr lang="en-US"/>
              <a:t>    </a:t>
            </a:r>
            <a:r>
              <a:t>• Created revenue metric</a:t>
            </a:r>
          </a:p>
          <a:p>
            <a:endParaRPr/>
          </a:p>
          <a:p>
            <a:r>
              <a:t>Libraries: Pandas, NumPy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   </a:t>
            </a:r>
            <a:r>
              <a:t>1. Overview Page – KPIs, installs trend, free vs paid</a:t>
            </a:r>
          </a:p>
          <a:p>
            <a:pPr marL="0" indent="0">
              <a:buNone/>
            </a:pPr>
            <a:r>
              <a:rPr lang="en-US"/>
              <a:t>   </a:t>
            </a:r>
            <a:r>
              <a:t>2. Category Insights – Revenue, installs, ratings</a:t>
            </a:r>
          </a:p>
          <a:p>
            <a:pPr marL="0" indent="0">
              <a:buNone/>
            </a:pPr>
            <a:r>
              <a:rPr lang="en-US"/>
              <a:t>   </a:t>
            </a:r>
            <a:r>
              <a:t>3. App Details – App-level performance &amp; rating distribution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0FC693-7438-BAA4-F4E9-BC913284D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81" y="1108698"/>
            <a:ext cx="7895303" cy="515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439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7C7CE52-1181-96F7-BD52-80D7ECF106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26142" y="2694039"/>
            <a:ext cx="4279183" cy="2620311"/>
          </a:xfrm>
        </p:spPr>
      </p:pic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0A4E3D-A83E-E398-558B-D54DB77260D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641850" y="2690705"/>
            <a:ext cx="4276008" cy="2623645"/>
          </a:xfrm>
        </p:spPr>
      </p:pic>
    </p:spTree>
    <p:extLst>
      <p:ext uri="{BB962C8B-B14F-4D97-AF65-F5344CB8AC3E}">
        <p14:creationId xmlns:p14="http://schemas.microsoft.com/office/powerpoint/2010/main" val="2815444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   </a:t>
            </a:r>
            <a:r>
              <a:t>• Free apps dominate total installs</a:t>
            </a:r>
          </a:p>
          <a:p>
            <a:pPr marL="0" indent="0">
              <a:buNone/>
            </a:pPr>
            <a:r>
              <a:rPr lang="en-US"/>
              <a:t>   </a:t>
            </a:r>
            <a:r>
              <a:t>• Paid apps have higher average ratings</a:t>
            </a:r>
          </a:p>
          <a:p>
            <a:pPr marL="0" indent="0">
              <a:buNone/>
            </a:pPr>
            <a:r>
              <a:rPr lang="en-US"/>
              <a:t>   </a:t>
            </a:r>
            <a:r>
              <a:t>• Communication &amp; Social categories lead installs</a:t>
            </a:r>
          </a:p>
          <a:p>
            <a:pPr marL="0" indent="0">
              <a:buNone/>
            </a:pPr>
            <a:r>
              <a:rPr lang="en-US"/>
              <a:t>   </a:t>
            </a:r>
            <a:r>
              <a:t>• Business &amp; Productivity apps generate higher revenue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end-to-end data analysis skills including:</a:t>
            </a:r>
          </a:p>
          <a:p>
            <a:pPr marL="0" indent="0">
              <a:buNone/>
            </a:pPr>
            <a:r>
              <a:rPr lang="en-US"/>
              <a:t>    </a:t>
            </a:r>
            <a:r>
              <a:t>• Data cleaning</a:t>
            </a:r>
          </a:p>
          <a:p>
            <a:pPr marL="0" indent="0">
              <a:buNone/>
            </a:pPr>
            <a:r>
              <a:rPr lang="en-US"/>
              <a:t>    </a:t>
            </a:r>
            <a:r>
              <a:t>• Business insights</a:t>
            </a:r>
          </a:p>
          <a:p>
            <a:pPr marL="0" indent="0">
              <a:buNone/>
            </a:pPr>
            <a:r>
              <a:rPr lang="en-US"/>
              <a:t>    </a:t>
            </a:r>
            <a:r>
              <a:t>• Dashboard storytelling</a:t>
            </a:r>
          </a:p>
          <a:p>
            <a:endParaRPr/>
          </a:p>
          <a:p>
            <a:r>
              <a:t>Future Scope: Predict app success using 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</TotalTime>
  <Words>233</Words>
  <Application>Microsoft Office PowerPoint</Application>
  <PresentationFormat>On-screen Show (4:3)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Century Gothic</vt:lpstr>
      <vt:lpstr>Vapor Trail</vt:lpstr>
      <vt:lpstr>Google Play Store App Analysis</vt:lpstr>
      <vt:lpstr>Project Overview</vt:lpstr>
      <vt:lpstr>Dataset Description</vt:lpstr>
      <vt:lpstr>Data Cleaning &amp; Preparation</vt:lpstr>
      <vt:lpstr>Power BI Dashboard Pages</vt:lpstr>
      <vt:lpstr>PowerPoint Presentation</vt:lpstr>
      <vt:lpstr>PowerPoint Presentation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sushil admane</cp:lastModifiedBy>
  <cp:revision>2</cp:revision>
  <dcterms:created xsi:type="dcterms:W3CDTF">2013-01-27T09:14:16Z</dcterms:created>
  <dcterms:modified xsi:type="dcterms:W3CDTF">2025-12-15T18:08:02Z</dcterms:modified>
  <cp:category/>
</cp:coreProperties>
</file>